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686a5aa5bd4a7c" /><Relationship Type="http://schemas.openxmlformats.org/officeDocument/2006/relationships/extended-properties" Target="/docProps/app.xml" Id="Rec2be9bfa8844323" /><Relationship Type="http://schemas.openxmlformats.org/officeDocument/2006/relationships/officeDocument" Target="/ppt/presentation.xml" Id="R574172e9834e45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4138e90a874498"/>
  </p:sldMasterIdLst>
  <p:notesMasterIdLst>
    <p:notesMasterId xmlns:r="http://schemas.openxmlformats.org/officeDocument/2006/relationships" r:id="Ra0b1be323ecc4b17"/>
  </p:notesMasterIdLst>
  <p:sldIdLst>
    <p:sldId xmlns:r="http://schemas.openxmlformats.org/officeDocument/2006/relationships" id="256" r:id="R3b05323e46844957"/>
    <p:sldId xmlns:r="http://schemas.openxmlformats.org/officeDocument/2006/relationships" id="257" r:id="Rae6dbdfe0e5e4042"/>
    <p:sldId xmlns:r="http://schemas.openxmlformats.org/officeDocument/2006/relationships" id="258" r:id="Rc8374a7cd4704069"/>
    <p:sldId xmlns:r="http://schemas.openxmlformats.org/officeDocument/2006/relationships" id="259" r:id="R457fd42e2d304ba4"/>
    <p:sldId xmlns:r="http://schemas.openxmlformats.org/officeDocument/2006/relationships" id="260" r:id="Re0b2ff357eb246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e342a3168f4dce" /><Relationship Type="http://schemas.openxmlformats.org/officeDocument/2006/relationships/slideMaster" Target="/ppt/slideMasters/slideMaster1.xml" Id="R0c4138e90a874498" /><Relationship Type="http://schemas.openxmlformats.org/officeDocument/2006/relationships/notesMaster" Target="/ppt/notesMasters/notesMaster1.xml" Id="Ra0b1be323ecc4b17" /><Relationship Type="http://schemas.openxmlformats.org/officeDocument/2006/relationships/presProps" Target="/ppt/presProps.xml" Id="R037961a3fb094372" /><Relationship Type="http://schemas.openxmlformats.org/officeDocument/2006/relationships/tableStyles" Target="/ppt/tableStyles.xml" Id="R0eaede195f674ba0" /><Relationship Type="http://schemas.openxmlformats.org/officeDocument/2006/relationships/slide" Target="/ppt/slides/slide1.xml" Id="R3b05323e46844957" /><Relationship Type="http://schemas.openxmlformats.org/officeDocument/2006/relationships/slide" Target="/ppt/slides/slide2.xml" Id="Rae6dbdfe0e5e4042" /><Relationship Type="http://schemas.openxmlformats.org/officeDocument/2006/relationships/slide" Target="/ppt/slides/slide3.xml" Id="Rc8374a7cd4704069" /><Relationship Type="http://schemas.openxmlformats.org/officeDocument/2006/relationships/slide" Target="/ppt/slides/slide4.xml" Id="R457fd42e2d304ba4" /><Relationship Type="http://schemas.openxmlformats.org/officeDocument/2006/relationships/slide" Target="/ppt/slides/slide5.xml" Id="Re0b2ff357eb246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69f590339941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178e2013994c89" /><Relationship Type="http://schemas.openxmlformats.org/officeDocument/2006/relationships/notesMaster" Target="/ppt/notesMasters/notesMaster1.xml" Id="Rd6f175725137475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5bad04fc5f44ac" /><Relationship Type="http://schemas.openxmlformats.org/officeDocument/2006/relationships/notesMaster" Target="/ppt/notesMasters/notesMaster1.xml" Id="Rb5c4a5b02c6749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e5b9b76f6b4435" /><Relationship Type="http://schemas.openxmlformats.org/officeDocument/2006/relationships/notesMaster" Target="/ppt/notesMasters/notesMaster1.xml" Id="R6da078fb235442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b55d6b5aaf4f1d" /><Relationship Type="http://schemas.openxmlformats.org/officeDocument/2006/relationships/notesMaster" Target="/ppt/notesMasters/notesMaster1.xml" Id="Ra7ac3230f4cd4c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c86e5ca6424b67" /><Relationship Type="http://schemas.openxmlformats.org/officeDocument/2006/relationships/notesMaster" Target="/ppt/notesMasters/notesMaster1.xml" Id="Ra6bb315971274d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Varga András vagyok, és vizsgaremek projektem neve EgészségÚt, angolul MedActivities. Ez egy egészségügyi eseménykezelő rendszer.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Az angol activity, vagyis magyarul esemény, a közösségi alkalmazásokból ismert activities részre utal. Itt egy helyen jelenhet meg minden fontos információ: az esemény leírása, a kapcsolódó kép, a helyszín és a hozzászólások.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rendszer célja, hogy a pácienshez kapcsolódó események, időpontok, dokumentumok és kommunikáció egy helyen, átláthatóan legyenek kezelhetők.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központi elem az egészségügyi esemény, például egy vizsgálat, kezelés vagy kontroll. Ehhez kapcsolódhat a páciens, a kezelő, dokumentum és üzenet is. A megoldás állami és magánegészségügyi környezetben is hasznosítható.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rendszer központi alapegysége az activity, vagyis az egészségügyi esemény. Egy activity különböző vizsgálatot, kontrollt vagy kezelést tartalmazhat, és az alkalmazás regisztrációs folyamatához is kapcsolódik.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Az alkalmazás három fő technikai részből áll. A backend ASP.NET Core Web API, az adatbázis Microsoft SQL Server, a webes felület pedig React és TypeScript alapú.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Az adatbázis kezelését Entity Framework Core végzi. A backendben MediatR és CQRS struktúrát alkalmazunk, így az adatlekérdezések és az adatmódosítások elkülönülnek. A képernyőn látható endpoint-példa a jogosultságot is ellenőrzi, majd a lekérdezést egy Query Handlernek továbbítja. A jobb oldali diagram a végleges SQL Server adatmodell főbb kapcsolatait mutatja.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rendszer szerepköralapú, ezért minden felhasználó csak a számára szükséges adatokat és funkciókat éri 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páciens megtekintheti a saját adatait, eseményeit és dokumentumait, időpontot foglalhat, valamint üzenetet küldhet.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kezelőorvos a hozzá rendelt pácienseket és eseményeket kezelheti. A felvételi iroda elsősorban adminisztratív feladatokat végez, míg az adminisztrátor a felhasználói fiókokat és a rendszerszintű adatokat is kezelheti.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webalkalmazás reszponzív, tehát megfelelően jelenik meg asztali gépen, tableten és mobiltelefonon 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 röviden bemutatom az alkalmazást különböző jogosultságokkal.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Először páciensként, regisztráció után megmutatom az eseményeket, az időpontfoglalást, a dokumentumokat és az értesítéseket.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Ezután kezelőorvosi szerepkörrel bemutatom a hozzárendelt pácienseket és az eseményekhez tartozó kommunikációt.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Végül adminisztrátori vagy felvételi irodai jogosultsággal megmutatom a páciens- és felhasználókezelést, valamint a szerepkörök közötti különbségeket.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Most következik az élő bemutató.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kész rendszer több irányban továbbfejleszthető.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Ilyen lehet egy hivatalos egészségügyi rendszerrel történő integráció, egy külön mobilalkalmazás, valamint a dokumentumkezelés, a keresés és a statisztikai funkciók bővítése.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Összefoglalva az EgészségÚt egy közös, szerepköralapú rendszerben kezeli az egészségügyi eseményeket, a páciensadatokat, a dokumentumokat és a kommunikációt. A cél az, hogy a betegút követhetőbb és az ellátási folyamat átláthatóbb legyen.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64a0a36aa64b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2907d034334bb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3481c3fec940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76a2186f2541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c866b55c3b423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55cc7df38f46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7EE6A4-F11D-40E5-8B68-F318D3A291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BBE2B30-025D-43D6-9CC6-BE37A1FA426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E9E2C6-0DC2-46DF-8B8F-24B81D21AF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72092D-DB0E-480C-9292-580F6FDB89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D3FA90-7B8F-415F-9326-612C383B70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D49B922-1582-41EB-BCFC-A311C8E1F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5047208-4407-4480-BAC7-42F93132ED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E72F7B9-2E02-4D30-8BAE-CD34706CB6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C7BA5A-946F-41AF-8EA4-DFDA883D82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E39A8B2-FF95-4E76-BCC1-D5220DAABA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8be75c5f114d3f" /><Relationship Type="http://schemas.openxmlformats.org/officeDocument/2006/relationships/slideLayout" Target="/ppt/slideLayouts/slideLayout1.xml" Id="R4069f50ca2524553" /><Relationship Type="http://schemas.openxmlformats.org/officeDocument/2006/relationships/slideLayout" Target="/ppt/slideLayouts/slideLayout2.xml" Id="Rd63313090446424f" /><Relationship Type="http://schemas.openxmlformats.org/officeDocument/2006/relationships/slideLayout" Target="/ppt/slideLayouts/slideLayout3.xml" Id="R17535e1e50744aa7" /><Relationship Type="http://schemas.openxmlformats.org/officeDocument/2006/relationships/slideLayout" Target="/ppt/slideLayouts/slideLayout4.xml" Id="R9a1536ee8a894323" /><Relationship Type="http://schemas.openxmlformats.org/officeDocument/2006/relationships/slideLayout" Target="/ppt/slideLayouts/slideLayout5.xml" Id="R0273ae610c79445a" /><Relationship Type="http://schemas.openxmlformats.org/officeDocument/2006/relationships/slideLayout" Target="/ppt/slideLayouts/slideLayout6.xml" Id="Rff9ea4a7f65f4e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69f50ca2524553"/>
    <p:sldLayoutId xmlns:r="http://schemas.openxmlformats.org/officeDocument/2006/relationships" id="2147483650" r:id="Rd63313090446424f"/>
    <p:sldLayoutId xmlns:r="http://schemas.openxmlformats.org/officeDocument/2006/relationships" id="2147483651" r:id="R17535e1e50744aa7"/>
    <p:sldLayoutId xmlns:r="http://schemas.openxmlformats.org/officeDocument/2006/relationships" id="2147483652" r:id="R9a1536ee8a894323"/>
    <p:sldLayoutId xmlns:r="http://schemas.openxmlformats.org/officeDocument/2006/relationships" id="2147483653" r:id="R0273ae610c79445a"/>
    <p:sldLayoutId xmlns:r="http://schemas.openxmlformats.org/officeDocument/2006/relationships" id="2147483654" r:id="Rff9ea4a7f65f4e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4d52179f8a4cb2" /><Relationship Type="http://schemas.openxmlformats.org/officeDocument/2006/relationships/image" Target="/ppt/media/image.jpeg" Id="R0b4d09b8785a4b6e" /><Relationship Type="http://schemas.openxmlformats.org/officeDocument/2006/relationships/notesSlide" Target="/ppt/notesSlides/notesSlide1.xml" Id="R87db2b11992d4b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9b64460704b6b" /><Relationship Type="http://schemas.openxmlformats.org/officeDocument/2006/relationships/image" Target="/ppt/media/image.png" Id="Rb76782e596244468" /><Relationship Type="http://schemas.openxmlformats.org/officeDocument/2006/relationships/image" Target="/ppt/media/image2.png" Id="R11dd3ccedea441cd" /><Relationship Type="http://schemas.openxmlformats.org/officeDocument/2006/relationships/notesSlide" Target="/ppt/notesSlides/notesSlide2.xml" Id="R5b96f27d31a946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185529a4244d9c" /><Relationship Type="http://schemas.openxmlformats.org/officeDocument/2006/relationships/image" Target="/ppt/media/image2.jpeg" Id="Rdc1641a2475e4227" /><Relationship Type="http://schemas.openxmlformats.org/officeDocument/2006/relationships/image" Target="/ppt/media/image3.png" Id="Rab7886e84b0849b1" /><Relationship Type="http://schemas.openxmlformats.org/officeDocument/2006/relationships/image" Target="/ppt/media/image4.png" Id="R919fb29c1eb24880" /><Relationship Type="http://schemas.openxmlformats.org/officeDocument/2006/relationships/notesSlide" Target="/ppt/notesSlides/notesSlide3.xml" Id="R496ece3f5e954aa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76ad038d24206" /><Relationship Type="http://schemas.openxmlformats.org/officeDocument/2006/relationships/image" Target="/ppt/media/image5.png" Id="Rf70e62f8034140fa" /><Relationship Type="http://schemas.openxmlformats.org/officeDocument/2006/relationships/image" Target="/ppt/media/image3.jpeg" Id="R7cc318c0a15a49af" /><Relationship Type="http://schemas.openxmlformats.org/officeDocument/2006/relationships/image" Target="/ppt/media/image6.png" Id="R61a12bafc44848eb" /><Relationship Type="http://schemas.openxmlformats.org/officeDocument/2006/relationships/notesSlide" Target="/ppt/notesSlides/notesSlide4.xml" Id="Ra330122d24414f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1468057c5949d4" /><Relationship Type="http://schemas.openxmlformats.org/officeDocument/2006/relationships/image" Target="/ppt/media/image7.png" Id="R4c44473c23114263" /><Relationship Type="http://schemas.openxmlformats.org/officeDocument/2006/relationships/notesSlide" Target="/ppt/notesSlides/notesSlide5.xml" Id="Re4623d9fed9749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C5DDE7-1484-4D23-9809-3D4C3CA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113CF3-C23B-4375-ACC6-BE9E5F8E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31A73-7ABE-4985-9671-A47CB93B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6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50BC7-A4FB-4A9A-8C65-AC56E3F5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C9445C-7C6A-42D0-AF49-7434D373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>
            <a:defPPr>
              <a:defRPr sz="135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7D5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8F4AA2-8C9A-4F3C-8AAD-07BF6FE4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1EDFAC-F929-4E7A-98E3-0579A313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>
            <a:def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718CF-E6B5-464B-B1E6-59655C79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81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Egészségügyi eseménykezelő rendszer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3B361-4CEB-4D68-8B74-F6E3F72B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Egy közös activity a páciens útjához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E47D8-C68D-42AE-9B62-DA461EAFA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E6B49-98CE-49AD-B2DB-7276F968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D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A06ED5-047D-4B58-9A2F-BE4C7808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812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Valós egészségügyi probléma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E69486-2117-418B-98BE-41E25707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0A357-3CD5-4209-AB76-D6AC5E06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7C0736-DF83-4DB9-BB7D-F7929DAC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Vizsgálat • kezelés • kontroll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0CCED8-C263-4A8C-AAC9-7AEA430A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59E223-AFCE-4B21-BFA8-AE73D918A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8E3A8-812E-4426-A07C-089E8547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Páciens • ellátás • kommunikáció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084DFA-0E81-4044-A1EA-622FDAD6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9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Állami és magánegészségügyi felhasználás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7A0896-60A9-4CC5-9607-F4057A5D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304925"/>
            <a:ext cx="6762750" cy="39624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7A4164-1A5B-44DC-A8CB-6195332C89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d09b8785a4b6e"/>
          <a:srcRect xmlns:a="http://schemas.openxmlformats.org/drawingml/2006/main" l="0" t="6340" r="0" b="63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71600"/>
            <a:ext cx="6629400" cy="38290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319CE-25C7-4BD3-A132-DAF12042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372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Activity-központú webes kezdőfelület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8DD23-EE83-4CE2-B538-F2B02545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Varga András | vizsgamunka védés</a:t>
            </a:r>
          </a:p>
        </p:txBody>
      </p:sp>
    </p:spTree>
    <p:extLst>
      <p:ext uri="{BB962C8B-B14F-4D97-AF65-F5344CB8AC3E}">
        <p14:creationId xmlns:p14="http://schemas.microsoft.com/office/powerpoint/2010/main" val="1051083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A0F9AB-E38B-4DAE-9619-D485EDA0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C95F2-E277-41D7-81C4-908E0A3D0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4E4F3-6B45-4FD3-A7B1-12917D1F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6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ED5E1-D3AB-4313-B9CE-0CACC9E2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E3C293-C5A3-4D4D-B613-7322F423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>
            <a:defPPr>
              <a:defRPr sz="135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7D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87F284-FE0D-4A7C-9734-8AAD7A3D1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D58BF1-7F62-40DF-A4E2-2389E164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>
            <a:def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Fejlesztés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F1539-5B9C-4AAF-ADB0-9BE72B70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81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Activity = az alkalmazás központi egysége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E843D-27D1-44A4-B792-228218B2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2381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5F61D3-C522-49CA-A9DF-F665133A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D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2558B-E4FF-422C-978A-8DDE9E2D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23975"/>
            <a:ext cx="2114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ASP.NET Core Web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4DCC4-2343-47C9-A852-09BC24D8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2192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4A199-53C0-4E80-862A-536B4DFB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2192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5052C-CEA2-40B8-9F01-78DD91D3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32397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MS SQL Server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D813C0-A985-409C-B70F-B8B81607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07CA4A-9D0B-4B19-9470-781EC55B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2192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0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E4204-C803-4091-A316-5EC93685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1323975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React + TypeScript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071F0-87DB-42E2-BAF2-E9BBEDA2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192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41D6F5-A092-40EC-ACF0-AF72AE04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2192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6C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76132D-25DB-4265-8EC1-4E2CF4D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2397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MediatR + CQRS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B2DCBC-7A6C-4EC1-9868-ABC6FD59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19200"/>
            <a:ext cx="1905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55B6B-3517-45FB-9940-30DB6CC7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192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D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5F42C-D6F4-49BC-B68B-92FF9BF2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323975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Entity Framework Core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DE5DA0-F907-405F-9815-3D4AE39B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95475"/>
            <a:ext cx="565785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29AA1-416C-4F8C-B283-64B378C7D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782e596244468"/>
          <a:stretch xmlns:a="http://schemas.openxmlformats.org/drawingml/2006/main"/>
        </p:blipFill>
        <p:spPr>
          <a:xfrm xmlns:a="http://schemas.openxmlformats.org/drawingml/2006/main">
            <a:off x="495300" y="2372678"/>
            <a:ext cx="5524500" cy="281749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363A70-DC63-4BBE-B90C-BF12B754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895475"/>
            <a:ext cx="5448300" cy="3771900"/>
          </a:xfrm>
          <a:prstGeom xmlns:a="http://schemas.openxmlformats.org/drawingml/2006/main" prst="roundRect">
            <a:avLst>
              <a:gd name="adj" fmla="val 2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7D2D87-461F-4668-A781-3C98C9EC18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d3ccedea441cd"/>
          <a:stretch xmlns:a="http://schemas.openxmlformats.org/drawingml/2006/main"/>
        </p:blipFill>
        <p:spPr>
          <a:xfrm xmlns:a="http://schemas.openxmlformats.org/drawingml/2006/main">
            <a:off x="6324600" y="1991126"/>
            <a:ext cx="5314950" cy="3580598"/>
          </a:xfrm>
          <a:prstGeom xmlns:a="http://schemas.openxmlformats.org/drawingml/2006/main" prst="rect">
            <a:avLst/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B3FD06-F734-4DCB-9762-D207AE3A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Végpontok és jogosultság-ellenőrzés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2B0FF2-83FE-4BDD-BF59-3296DA37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77215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Végleges SQL Server adatmodell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97A9AE-5DA9-4838-8F1D-31D9D2C4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Varga András | ASP.NET Core + React + MS SQL Server</a:t>
            </a:r>
          </a:p>
        </p:txBody>
      </p:sp>
    </p:spTree>
    <p:extLst>
      <p:ext uri="{BB962C8B-B14F-4D97-AF65-F5344CB8AC3E}">
        <p14:creationId xmlns:p14="http://schemas.microsoft.com/office/powerpoint/2010/main" val="8749232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6AC6FE-A42E-43F5-BB68-48892016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CAF8DA-7868-4817-A901-8EE7EAE5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CA1236-E7DE-4C21-ACB0-11358697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6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8F181A-D6AC-4389-BA2E-E24AC618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7FE10-5090-434D-BB1D-E97C2072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>
            <a:defPPr>
              <a:defRPr sz="135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7D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2F750B-1EF6-4D79-BBB1-5436C86B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BFECC6-16EA-488B-BABA-F09E3CDF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>
            <a:def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Felhasználás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9E5FE-DC72-422E-B0A9-AE99D1FA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81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Szerepköralapú hozzáférés, közös eseménykezelés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031A19-C8A5-44B3-8B5D-F97E64FC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343025"/>
            <a:ext cx="35623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5C796-E333-4C53-91F6-4D91BBC50C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641a2475e4227"/>
          <a:srcRect xmlns:a="http://schemas.openxmlformats.org/drawingml/2006/main" l="14775" t="0" r="147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409700"/>
            <a:ext cx="3429000" cy="32194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9D218C-B584-4D37-8989-65CBC7E3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343025"/>
            <a:ext cx="35623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96BEC9-8D4A-4635-8EF2-7FC3A9ACC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886e84b0849b1"/>
          <a:stretch xmlns:a="http://schemas.openxmlformats.org/drawingml/2006/main"/>
        </p:blipFill>
        <p:spPr>
          <a:xfrm xmlns:a="http://schemas.openxmlformats.org/drawingml/2006/main">
            <a:off x="4381500" y="1947863"/>
            <a:ext cx="3429000" cy="21431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908723-9389-4E3D-8284-26EAFA3E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343025"/>
            <a:ext cx="3562350" cy="33528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9B027-D4C8-4CB2-8F55-2E655A244B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9fb29c1eb24880"/>
          <a:stretch xmlns:a="http://schemas.openxmlformats.org/drawingml/2006/main"/>
        </p:blipFill>
        <p:spPr>
          <a:xfrm xmlns:a="http://schemas.openxmlformats.org/drawingml/2006/main">
            <a:off x="8267700" y="1990725"/>
            <a:ext cx="3429000" cy="20574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6987A-5C55-42A5-B77F-A4630B96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Páciens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83EE4-4551-40AA-B408-3C6F490D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781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Kezelőorvos / dolgozó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A6FC70-A9EA-4956-8DEF-E8289759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781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Admin / felvételi iroda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6C9104-CE83-42FC-8A75-92624AE8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95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D67D5"/>
                </a:solidFill>
                <a:latin typeface="Aptos"/>
                <a:ea typeface="Aptos"/>
                <a:cs typeface="Aptos"/>
              </a:rPr>
              <a:t>Saját adatok és események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4BB71-010D-4011-A8A6-8BE52AE1F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95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168A8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68A8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68A83"/>
                </a:solidFill>
                <a:latin typeface="Aptos"/>
                <a:ea typeface="Aptos"/>
                <a:cs typeface="Aptos"/>
              </a:rPr>
              <a:t>Hozzárendelt páciensek és események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C2EFC1-0854-40DA-8C59-5F60E955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959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125" b="1">
                <a:solidFill>
                  <a:srgbClr val="D98A00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D98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8A00"/>
                </a:solidFill>
                <a:latin typeface="Aptos"/>
                <a:ea typeface="Aptos"/>
                <a:cs typeface="Aptos"/>
              </a:rPr>
              <a:t>Adminisztráció és rendszerszintű adatok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6E290B-CC0C-49E7-94AF-5416BEC6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Varga András | vizsgamunka védés</a:t>
            </a:r>
          </a:p>
        </p:txBody>
      </p:sp>
    </p:spTree>
    <p:extLst>
      <p:ext uri="{BB962C8B-B14F-4D97-AF65-F5344CB8AC3E}">
        <p14:creationId xmlns:p14="http://schemas.microsoft.com/office/powerpoint/2010/main" val="16486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8E9025-39D5-4D29-8B25-27B7C439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70E737-92C4-415D-8080-6575836C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ACE33-2952-4114-884A-48C752F7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6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A20C9C-2CAA-4BA3-B880-B6AE633E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F1F81-ABEF-4446-84BE-892CF66A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>
            <a:defPPr>
              <a:defRPr sz="135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7D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0EAB8-1A15-475B-94D2-0DD02B34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A12B8A-5E56-4AB8-9FD0-DF268C71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>
            <a:def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Élő bemutató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0AD29-C782-4056-AEC3-6664A5CE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81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Ugyanaz a rendszer több jogosultsággal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41FF9-1F25-4EB9-AF54-CB1C7131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0015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75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75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D67D5"/>
                </a:solidFill>
                <a:latin typeface="Aptos"/>
                <a:ea typeface="Aptos"/>
                <a:cs typeface="Aptos"/>
              </a:rPr>
              <a:t>REGISZTRÁCIÓ  →  ESEMÉNYEK  →  ÜZENETEK  →  JOGOSULTSÁGOK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E1089-47C2-4134-A5BB-0D82752E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876425"/>
            <a:ext cx="34671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EEE612-6FFE-446D-848F-92A02768EC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0e62f8034140fa"/>
          <a:stretch xmlns:a="http://schemas.openxmlformats.org/drawingml/2006/main"/>
        </p:blipFill>
        <p:spPr>
          <a:xfrm xmlns:a="http://schemas.openxmlformats.org/drawingml/2006/main">
            <a:off x="620613" y="1943100"/>
            <a:ext cx="3045023" cy="3143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D1339-9E6F-407B-B408-39F9F179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876425"/>
            <a:ext cx="34671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CB3A8-BD7D-43F5-A98A-D254C649C2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318c0a15a49af"/>
          <a:srcRect xmlns:a="http://schemas.openxmlformats.org/drawingml/2006/main" l="14923" t="0" r="1492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29125" y="1943100"/>
            <a:ext cx="3333750" cy="31432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A331AE-0B7D-43FC-9D98-8113CBEC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76425"/>
            <a:ext cx="3467100" cy="32766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409166-6409-4F03-B28B-03211FE1F1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a12bafc44848eb"/>
          <a:stretch xmlns:a="http://schemas.openxmlformats.org/drawingml/2006/main"/>
        </p:blipFill>
        <p:spPr>
          <a:xfrm xmlns:a="http://schemas.openxmlformats.org/drawingml/2006/main">
            <a:off x="8382000" y="2514600"/>
            <a:ext cx="3333750" cy="20002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F7795-0BF9-4B1A-BE2D-96F9A303A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Páciensként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8C3052-1712-4E1B-88A9-ECCEB0B6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2197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Kezelőorvosként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8AA6A0-659D-4ED4-AFCC-DA83B336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219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>
            <a:def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Adminisztrátorként / felvételi irodaként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F1DB02-D789-48C9-82DB-85B1D788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8293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>
            <a:def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Most következik az élő bemutató.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9E1B66-5163-4B04-8441-3FED46CB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Varga András | vizsgamunka védés</a:t>
            </a:r>
          </a:p>
        </p:txBody>
      </p:sp>
    </p:spTree>
    <p:extLst>
      <p:ext uri="{BB962C8B-B14F-4D97-AF65-F5344CB8AC3E}">
        <p14:creationId xmlns:p14="http://schemas.microsoft.com/office/powerpoint/2010/main" val="83962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AC067E-5E10-4375-B74C-E0CC8B23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D3B3C8-9318-47FB-8F22-ACFCFD78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D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08957-71D9-4BC1-BE73-FFDFE576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52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6C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12E9C-CFD6-4037-8257-2D1E132B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7982C-6317-4EF0-92E2-69A84D32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28625"/>
            <a:ext cx="457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>
            <a:defPPr>
              <a:defRPr sz="135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67D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15406-6F2F-4B2E-9DED-23D900EB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000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9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EgészségÚt / MedActivities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0AE1C-C77B-47CA-B4D4-430F2FD3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18"/>
          </a:bodyPr>
          <a:lstStyle xmlns:a="http://schemas.openxmlformats.org/drawingml/2006/main">
            <a:def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Összefoglalás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2D0984-96C6-4995-82C8-992C5358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8105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>
            <a:def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Közös, szerepköralapú egészségügyi eseménykezelés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D4802-67E6-40C9-A061-77176623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400175"/>
            <a:ext cx="72771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1C62E-DA87-4916-97E9-CF6CAF511C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44473c23114263"/>
          <a:stretch xmlns:a="http://schemas.openxmlformats.org/drawingml/2006/main"/>
        </p:blipFill>
        <p:spPr>
          <a:xfrm xmlns:a="http://schemas.openxmlformats.org/drawingml/2006/main">
            <a:off x="523875" y="1466850"/>
            <a:ext cx="7086600" cy="41338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35FD3-B77B-4936-9F37-D570EC40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6B321-B787-40B0-94D3-C99E7B8A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7D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A81FEB-BB29-43C4-906C-1E8DF496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8117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Hivatalos egészségügyi integráció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7951C2-C939-403D-963B-C6E0B58A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EC361-8D4C-470F-9F24-37065C1B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669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A8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D46AA2-ADAF-4411-8A42-4DC2DDF9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717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Külön mobilalkalmazás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9B44F0-B2A7-41ED-A47D-D9B2E54E7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BB2519-EA38-466D-B53B-1B8E8287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5750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665A8C-FD45-4883-B145-DA228284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6227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Bővebb dokumentumkezelés és keresés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D2640E-8CB8-4A65-91DB-20E07088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3333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D6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97038-3D4A-4611-A05E-894BDE58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48050"/>
            <a:ext cx="666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6C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663627-4831-4A5C-8C9D-13EA39C8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52825"/>
            <a:ext cx="3067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>
            <a:def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172B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B4D"/>
                </a:solidFill>
                <a:latin typeface="Aptos"/>
                <a:ea typeface="Aptos"/>
                <a:cs typeface="Aptos"/>
              </a:rPr>
              <a:t>Statisztikák és riportok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27473-B9BE-4A99-A899-8DCBED4D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482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>
            <a:def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Események • páciensadatok • dokumentumok • kommunikáció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1EEAB-A0AD-4330-9A0D-5A871366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>
            <a:defPPr>
              <a:defRPr sz="150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1D67D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67D5"/>
                </a:solidFill>
                <a:latin typeface="Aptos"/>
                <a:ea typeface="Aptos"/>
                <a:cs typeface="Aptos"/>
              </a:rPr>
              <a:t>Köszönöm a figyelmet!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ED7657-DB78-4F71-B647-A24FFF92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>
            <a:defPPr>
              <a:defRPr sz="75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750" b="0">
                <a:solidFill>
                  <a:srgbClr val="58708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8708A"/>
                </a:solidFill>
                <a:latin typeface="Aptos"/>
                <a:ea typeface="Aptos"/>
                <a:cs typeface="Aptos"/>
              </a:rPr>
              <a:t>Varga András | vizsgamunka védés</a:t>
            </a:r>
          </a:p>
        </p:txBody>
      </p:sp>
    </p:spTree>
    <p:extLst>
      <p:ext uri="{BB962C8B-B14F-4D97-AF65-F5344CB8AC3E}">
        <p14:creationId xmlns:p14="http://schemas.microsoft.com/office/powerpoint/2010/main" val="5939712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2026-10-08T23:13:16.4290000Z</dcterms:created>
  <dcterms:modified xsi:type="dcterms:W3CDTF">2026-10-08T23:13:16.4290000Z</dcterms:modified>
</coreProperties>
</file>